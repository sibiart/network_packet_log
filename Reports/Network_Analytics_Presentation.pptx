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Vwb7bKg8twt+B1NUHDDeYB1eT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65A82">
              <a:alpha val="34901"/>
            </a:srgbClr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891B2">
              <a:alpha val="30196"/>
            </a:srgbClr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8229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Network Packet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4173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Log Analytics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19456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Visualization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926080"/>
            <a:ext cx="5029200" cy="36576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3063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3.14  ·  MySQL Workbench  ·  Power BI Desktop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566160"/>
            <a:ext cx="1828800" cy="38404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35661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468880" y="3566160"/>
            <a:ext cx="1828800" cy="38404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468880" y="35661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480560" y="3566160"/>
            <a:ext cx="1828800" cy="38404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480560" y="35661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92240" y="3566160"/>
            <a:ext cx="1828800" cy="384048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492240" y="35661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57200" y="46177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March 2026  |  Network Dataset — </a:t>
            </a:r>
            <a:r>
              <a:rPr lang="en-US" sz="1100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sibi</a:t>
            </a:r>
            <a:r>
              <a:rPr lang="en-US" sz="11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r>
              <a:rPr lang="en-US" sz="11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Schema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|  Problem Statement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978408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packet logs contain vast amounts of traffic data — but raw logs alone offer no actionable intelligence.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74320" y="2011680"/>
            <a:ext cx="416052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74320" y="2011680"/>
            <a:ext cx="64008" cy="11887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38912" y="21031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Lack of Visibility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38912" y="245059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Raw packet logs are difficult to interpret without structured analysis and visualization tools.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17720" y="2011680"/>
            <a:ext cx="416052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617720" y="2011680"/>
            <a:ext cx="64008" cy="11887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782312" y="21031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Security Gaps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82312" y="245059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Anomalous traffic (unusual IP pairs, bandwidth spikes) is hard to detect in unprocessed log files.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3337560"/>
            <a:ext cx="416052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74320" y="3337560"/>
            <a:ext cx="64008" cy="11887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38912" y="3429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Data Silos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8912" y="377647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Network data stored in flat files cannot be efficiently queried, joined, or aggregated without a relational database.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617720" y="3337560"/>
            <a:ext cx="416052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617720" y="3337560"/>
            <a:ext cx="64008" cy="11887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782312" y="3429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No KPI Dashboard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82312" y="377647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Stakeholders lack a real-time view of packet counts, protocol distribution, and per-IP traffic volumes.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|  Dataset Description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74320" y="914400"/>
            <a:ext cx="4023360" cy="338328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15087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Script: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691640" y="15087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network_dataset.py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19385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Runtime: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691640" y="19385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3.14.3 (Feb 2026)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236829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Records: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691640" y="236829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1,000 rows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27980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Columns: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91640" y="279806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fields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322783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Schema: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691640" y="322783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anbudb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365760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Table: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691640" y="36576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network_packet_logs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434840" y="914400"/>
            <a:ext cx="4434900" cy="3383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617720" y="10058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Column Schema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617720" y="1600200"/>
            <a:ext cx="109728" cy="109728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800600" y="15087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timestamp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406640" y="1508760"/>
            <a:ext cx="1234440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406640" y="15087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617720" y="1975104"/>
            <a:ext cx="109728" cy="109728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4800600" y="188366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src_ip / dst_ip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406640" y="1883664"/>
            <a:ext cx="1234440" cy="2743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406640" y="188366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617720" y="2350008"/>
            <a:ext cx="109728" cy="109728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800600" y="225856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src_port / dst_port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406640" y="2258568"/>
            <a:ext cx="1234440" cy="2743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406640" y="225856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617720" y="2724912"/>
            <a:ext cx="109728" cy="109728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800600" y="263347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406640" y="2633472"/>
            <a:ext cx="1234440" cy="27432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406640" y="263347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617720" y="3099816"/>
            <a:ext cx="109728" cy="109728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800600" y="300837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packet_count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406640" y="3008376"/>
            <a:ext cx="1234440" cy="2743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406640" y="30083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617720" y="3474720"/>
            <a:ext cx="109728" cy="109728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800600" y="338328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total_bytes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406640" y="3383280"/>
            <a:ext cx="1234440" cy="2743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406640" y="33832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617720" y="3849624"/>
            <a:ext cx="109728" cy="109728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800600" y="375818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duration_seconds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406640" y="3758184"/>
            <a:ext cx="1234440" cy="27432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406640" y="37581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617720" y="4224528"/>
            <a:ext cx="109728" cy="109728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800600" y="413308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bytes_per_second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406640" y="4133088"/>
            <a:ext cx="1234440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7406640" y="413308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74320" y="4407408"/>
            <a:ext cx="1920240" cy="9144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274320" y="445312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74320" y="49377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154680" y="4407408"/>
            <a:ext cx="1920240" cy="9144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3154680" y="445312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1,000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154680" y="49377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035040" y="4407408"/>
            <a:ext cx="1920240" cy="9144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035040" y="445312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35040" y="49377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|  Tools Used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74320" y="914400"/>
            <a:ext cx="4160520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74320" y="914400"/>
            <a:ext cx="4160520" cy="5029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384048" y="9144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84048" y="14630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 Generation &amp; EDA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11480" y="1883664"/>
            <a:ext cx="91440" cy="91440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94360" y="18105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Synthetic network packet generation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11480" y="2167128"/>
            <a:ext cx="91440" cy="91440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94360" y="209397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11480" y="2450592"/>
            <a:ext cx="91440" cy="91440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594360" y="23774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Matplotlib bar chart visualization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11480" y="2734056"/>
            <a:ext cx="91440" cy="91440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94360" y="26609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Script: network_dataset.py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617720" y="914400"/>
            <a:ext cx="4160520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617720" y="914400"/>
            <a:ext cx="4160520" cy="502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727448" y="9144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Workbench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727448" y="14630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Database &amp; SQL Queries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754880" y="1883664"/>
            <a:ext cx="91440" cy="9144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937760" y="18105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anbudb schema creation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754880" y="2167128"/>
            <a:ext cx="91440" cy="9144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4937760" y="209397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network_packet_logs 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754880" y="2450592"/>
            <a:ext cx="91440" cy="9144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937760" y="23774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NULL checks &amp; data validation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754880" y="2734056"/>
            <a:ext cx="91440" cy="9144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4937760" y="26609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 IP pair ranking queries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74320" y="2971800"/>
            <a:ext cx="4160520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274320" y="2971800"/>
            <a:ext cx="416052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384048" y="29718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84048" y="3520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Statistical Charting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11480" y="3941064"/>
            <a:ext cx="91440" cy="91440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594360" y="38679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Protocol distribution bar chart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411480" y="4224528"/>
            <a:ext cx="91440" cy="91440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594360" y="415137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ICMP / TCP / UDP counts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11480" y="4507992"/>
            <a:ext cx="91440" cy="91440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94360" y="44348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Balanced multi-protocol visuals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11480" y="4791456"/>
            <a:ext cx="91440" cy="91440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94360" y="47183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Embedded within Python EDA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617720" y="2971800"/>
            <a:ext cx="4160520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4617720" y="2971800"/>
            <a:ext cx="4160520" cy="50292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727448" y="29718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 Desktop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727448" y="3520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Interactive Dashboard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754880" y="3941064"/>
            <a:ext cx="91440" cy="9144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4937760" y="38679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Donut chart — packet segments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754880" y="4224528"/>
            <a:ext cx="91440" cy="9144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937760" y="415137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Bar chart — protocol counts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754880" y="4507992"/>
            <a:ext cx="91440" cy="9144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4937760" y="44348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Line chart — per-IP traffic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754880" y="4791456"/>
            <a:ext cx="91440" cy="9144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4937760" y="47183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KPI gauge — duration metrics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|  Data Cleaning Steps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74320" y="914400"/>
            <a:ext cx="4846320" cy="3383280"/>
          </a:xfrm>
          <a:prstGeom prst="rect">
            <a:avLst/>
          </a:prstGeom>
          <a:solidFill>
            <a:srgbClr val="1E2D40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457200" y="10058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NULL Check Query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11480" y="1417320"/>
            <a:ext cx="45720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SELECT * FROM network_packet_logs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WHERE timestamp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src_ip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dst_ip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src_port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dst_port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protocol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packet_count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total_bytes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duration_seconds IS NULL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8D8EA"/>
                </a:solidFill>
                <a:latin typeface="Consolas"/>
                <a:ea typeface="Consolas"/>
                <a:cs typeface="Consolas"/>
                <a:sym typeface="Consolas"/>
              </a:rPr>
              <a:t>  OR bytes_per_second IS NULL;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303520" y="932688"/>
            <a:ext cx="475488" cy="47548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303520" y="93268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897880" y="93268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Schema Inspection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897880" y="1188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Verified 10 columns with correct data types: text, int, double.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303520" y="1600200"/>
            <a:ext cx="475488" cy="475488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303520" y="16002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897880" y="160020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NULL Value Check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897880" y="185623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SQL query across all 10 columns returned 0 null rows. Dataset is clean.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303520" y="2267712"/>
            <a:ext cx="475488" cy="47548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5303520" y="22677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897880" y="22677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Column Name 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5897880" y="252374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Query #11 failed due to typo 'dest_ip'. Corrected to 'dst_ip' in Query #12.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5303520" y="2935224"/>
            <a:ext cx="475488" cy="47548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5303520" y="293522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5897880" y="293522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Data Type Validation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897880" y="319125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Timestamps as text, IPs as text, ports as int, bytes/duration as double.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303520" y="3602736"/>
            <a:ext cx="475488" cy="475488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5303520" y="360273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897880" y="360273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897880" y="38587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null rows found. Production-ready dataset confirmed for analytics pipeline.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274320" y="4407408"/>
            <a:ext cx="4846320" cy="54864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65760" y="4407408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Result: 0 NULL rows across all 10 columns — Dataset is completely clean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 |  Exploratory Data Analysis (EDA)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274320" y="914400"/>
            <a:ext cx="5120640" cy="2560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57200" y="10058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Protocol Distribution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57200" y="14630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ICMP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143000" y="1508760"/>
            <a:ext cx="3153335" cy="2743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387775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3,350  (33.8%)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57200" y="21031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143000" y="2148840"/>
            <a:ext cx="3125096" cy="2743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4359536" y="21031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3,320  (33.5%)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57200" y="274320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143000" y="2788920"/>
            <a:ext cx="3106271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340711" y="27432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3,300  (33.3%)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57200" y="32004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Near-equal split → balanced multi-protocol traffic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577840" y="914400"/>
            <a:ext cx="3291840" cy="256032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5760720" y="10058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EDA Findings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760720" y="1536192"/>
            <a:ext cx="91440" cy="91440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5943600" y="144475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columns, 1,000 rows, 0 nulls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760720" y="1883664"/>
            <a:ext cx="91440" cy="91440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5943600" y="179222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protocols: ICMP, TCP, UDP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760720" y="2231136"/>
            <a:ext cx="91440" cy="91440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5943600" y="213969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Balanced ~33% each protocol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760720" y="2578608"/>
            <a:ext cx="91440" cy="91440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5943600" y="248716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Bytes range: 28,540 – 32,589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760720" y="2926080"/>
            <a:ext cx="91440" cy="91440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5943600" y="28346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Duration &amp; bytes_per_second present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274320" y="4005072"/>
            <a:ext cx="1920240" cy="9144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274320" y="405079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74320" y="453542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2468880" y="4005072"/>
            <a:ext cx="1920240" cy="9144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2468880" y="405079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2468880" y="453542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Null Values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663440" y="4005072"/>
            <a:ext cx="1920240" cy="9144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4663440" y="405079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663440" y="453542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858000" y="4005072"/>
            <a:ext cx="1920240" cy="914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6858000" y="405079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~33%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858000" y="453542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Proto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 |  Visualizations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274320" y="914400"/>
            <a:ext cx="4251960" cy="2011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384048" y="1417320"/>
            <a:ext cx="1645920" cy="1234440"/>
          </a:xfrm>
          <a:prstGeom prst="rect">
            <a:avLst/>
          </a:prstGeom>
          <a:solidFill>
            <a:srgbClr val="0891B2">
              <a:alpha val="12156"/>
            </a:srgbClr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475488" y="1737360"/>
            <a:ext cx="347472" cy="9144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38912" y="2715768"/>
            <a:ext cx="420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ICMP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950976" y="1745549"/>
            <a:ext cx="347472" cy="906211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914400" y="2715768"/>
            <a:ext cx="420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426464" y="1751008"/>
            <a:ext cx="347472" cy="90075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1389888" y="2715768"/>
            <a:ext cx="420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194560" y="96012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Protocol Bar Chart (Python/Matplotlib)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194560" y="1417320"/>
            <a:ext cx="221284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Bar chart showing ICMP (~3,350), TCP (~3,320), UDP (~3,300) packets. Confirms balanced distribution across all 3 network protocols.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709160" y="914400"/>
            <a:ext cx="4251960" cy="2011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818888" y="1417320"/>
            <a:ext cx="1645920" cy="1234440"/>
          </a:xfrm>
          <a:prstGeom prst="rect">
            <a:avLst/>
          </a:prstGeom>
          <a:solidFill>
            <a:srgbClr val="065A82">
              <a:alpha val="12156"/>
            </a:srgbClr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4910328" y="1508760"/>
            <a:ext cx="1005840" cy="1005840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5257800" y="1856232"/>
            <a:ext cx="310896" cy="310896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4910328" y="17373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81%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629400" y="96012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Donut Chart (Power BI)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629400" y="1417320"/>
            <a:ext cx="221284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 of duration_seconds &amp; packet_count split: 81.21% dominant segment (110K) vs 18.79% (25.38K).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274320" y="3063240"/>
            <a:ext cx="4251960" cy="2011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384048" y="3566160"/>
            <a:ext cx="1645920" cy="1234440"/>
          </a:xfrm>
          <a:prstGeom prst="rect">
            <a:avLst/>
          </a:prstGeom>
          <a:solidFill>
            <a:srgbClr val="F59E0B">
              <a:alpha val="12156"/>
            </a:srgbClr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457200" y="4142232"/>
            <a:ext cx="219456" cy="21945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676656" y="4142232"/>
            <a:ext cx="219456" cy="14630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896112" y="3995928"/>
            <a:ext cx="219456" cy="292608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1115568" y="3995928"/>
            <a:ext cx="219456" cy="21945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1335024" y="4069080"/>
            <a:ext cx="219456" cy="14630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1554480" y="3922776"/>
            <a:ext cx="219456" cy="14630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2194560" y="310896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Line Chart (Power BI)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2194560" y="3566160"/>
            <a:ext cx="221284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 of duration_sec, packet_count &amp; total_bytes by src_ip — reveals per-source traffic spikes over time.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709160" y="3063240"/>
            <a:ext cx="4251960" cy="2011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4818888" y="3566160"/>
            <a:ext cx="1645920" cy="1234440"/>
          </a:xfrm>
          <a:prstGeom prst="rect">
            <a:avLst/>
          </a:prstGeom>
          <a:solidFill>
            <a:srgbClr val="10B981">
              <a:alpha val="1215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4892040" y="3657600"/>
            <a:ext cx="1417320" cy="1097280"/>
          </a:xfrm>
          <a:prstGeom prst="ellipse">
            <a:avLst/>
          </a:prstGeom>
          <a:solidFill>
            <a:srgbClr val="F59E0B">
              <a:alpha val="14901"/>
            </a:srgbClr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4892040" y="40233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629400" y="310896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KPI Gauge (Power BI)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629400" y="3566160"/>
            <a:ext cx="221284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 of duration_seconds by dst_ip — gauge shows 25.38K of 50.76K range. Earliest timestamp: 31-12-1899.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charts generated from 1,000-row network_packet_logs table in anbudb schema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 |  Dashboard Explanation (Power BI)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 Desktop — Network Packet Log Dashboard  |  4 visualizations  ·  Multi-IP Coverage  ·  3 Protocols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274320" y="1600200"/>
            <a:ext cx="41605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274320" y="1600200"/>
            <a:ext cx="4160520" cy="4114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365760" y="16002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 Donut / Pie Chart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11480" y="2176272"/>
            <a:ext cx="73152" cy="73152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66928" y="210312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Metric: Sum of duration_seconds &amp; packet_count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11480" y="2432304"/>
            <a:ext cx="73152" cy="73152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566928" y="235915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Split: 81.21% (110K) vs 18.79% (25.38K)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11480" y="2688336"/>
            <a:ext cx="73152" cy="73152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566928" y="261518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Purpose: Identify dominant traffic segment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11480" y="2944368"/>
            <a:ext cx="73152" cy="73152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566928" y="2871216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Filter: All protocols combined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617720" y="1600200"/>
            <a:ext cx="41605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617720" y="1600200"/>
            <a:ext cx="4160520" cy="41148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4709160" y="16002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 Bar Chart — Protocols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754880" y="2176272"/>
            <a:ext cx="73152" cy="73152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4910328" y="210312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Metric: Sum of packet_count by protocol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754880" y="2432304"/>
            <a:ext cx="73152" cy="73152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910328" y="235915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Protocols: ICMP / TCP / UDP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754880" y="2688336"/>
            <a:ext cx="73152" cy="73152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4910328" y="261518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Finding: ICMP leads slightly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754880" y="2944368"/>
            <a:ext cx="73152" cy="73152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4910328" y="2871216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Confirms: Balanced distribution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274320" y="3291840"/>
            <a:ext cx="41605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274320" y="3291840"/>
            <a:ext cx="4160520" cy="4114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365760" y="3291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 Line Chart — Per-IP Traffic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11480" y="3867912"/>
            <a:ext cx="73152" cy="7315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566928" y="379476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Metric: duration_sec + packet_count + total_bytes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411480" y="4123944"/>
            <a:ext cx="73152" cy="7315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566928" y="405079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Dimension: Source IP address (src_ip)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11480" y="4379976"/>
            <a:ext cx="73152" cy="7315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566928" y="430682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Shows: Traffic spikes per-source over time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11480" y="4636008"/>
            <a:ext cx="73152" cy="7315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566928" y="4562856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Use: Anomaly detection per 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4617720" y="3291840"/>
            <a:ext cx="41605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4617720" y="3291840"/>
            <a:ext cx="4160520" cy="41148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4709160" y="3291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 KPI Gauge — Duration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754880" y="3867912"/>
            <a:ext cx="73152" cy="73152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4910328" y="379476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Metric: Sum of duration_seconds by dst_ip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754880" y="4123944"/>
            <a:ext cx="73152" cy="73152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4910328" y="405079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Range: 0 – 50.76K  |  Current: 25.38K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754880" y="4379976"/>
            <a:ext cx="73152" cy="73152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4910328" y="430682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Note: Earliest timestamp = 31-12-1899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754880" y="4636008"/>
            <a:ext cx="73152" cy="73152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4910328" y="4562856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Use: Real-time SLA &amp; performance KPI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274320" y="4919472"/>
            <a:ext cx="1920240" cy="9144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274320" y="496519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110K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274320" y="544982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Packets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2468880" y="4919472"/>
            <a:ext cx="1920240" cy="9144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2468880" y="496519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25.38K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2468880" y="544982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Duration Sum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663440" y="4919472"/>
            <a:ext cx="1920240" cy="914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4663440" y="496519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663440" y="544982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6858000" y="4919472"/>
            <a:ext cx="1920240" cy="9144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6858000" y="496519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Multi-IP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6858000" y="544982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Coverage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 |  Key Insights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274320" y="9144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274320" y="914400"/>
            <a:ext cx="502920" cy="1261872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274320" y="13258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868680" y="10058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Zero-Null Clean Dataset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868680" y="1371600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EDA confirms 0 null values across all 10 columns — independently verified by MySQL NULL-check query. Production-ready pipeline.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4617720" y="9144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4617720" y="914400"/>
            <a:ext cx="502920" cy="126187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4617720" y="13258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5212080" y="10058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Balanced Protocol Traffic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5212080" y="1371600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ICMP ~3,350, TCP ~3,320, UDP ~3,300 — near-equal ~33% distribution indicates no single protocol dominates. Healthy, diverse network usage.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274320" y="22860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274320" y="2286000"/>
            <a:ext cx="502920" cy="126187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274320" y="26974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868680" y="23774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High-Bandwidth IP Flows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868680" y="2743200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Top-10 IP pairs range 28,540–32,589 bytes. Flow 6.55.72.180→43.252.154.207 is largest (32,589 bytes). Useful for QoS and anomaly detection.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4617720" y="22860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4617720" y="2286000"/>
            <a:ext cx="502920" cy="126187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4617720" y="26974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5212080" y="23774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Multi-Table Database Design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5212080" y="2743200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anbudb schema holds network_packet_logs and query_logs_dataset, enabling cross-table joins for correlating query behavior with network traffic.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274320" y="36576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274320" y="3657600"/>
            <a:ext cx="502920" cy="126187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274320" y="4069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868680" y="37490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Power BI: 110K Total Packets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868680" y="4114800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KPI confirms 110K total packet count. Donut split: 81.21% vs 18.79%. Line chart spike detection identifies high-traffic src_ip addresses.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617720" y="36576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4617720" y="3657600"/>
            <a:ext cx="502920" cy="1261872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4617720" y="4069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5212080" y="37490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End-to-End Analytics Stack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5212080" y="4114800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3.14 → MySQL 8.0 → Power BI. Full pipeline from data generation &amp; validation through relational storage to interactive BI dashboards.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 |  Business Recommendations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274320" y="9144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3200400" y="1005840"/>
            <a:ext cx="1115568" cy="25603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3200400" y="1005840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274320" y="914400"/>
            <a:ext cx="64008" cy="126187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438912" y="98755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🛡  Implement Network Security Monitoring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438912" y="137160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Flag IP pairs consistently appearing in top-10 bandwidth consumers. Set automated alerts for flows exceeding 30K bytes/session for security investigation.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617720" y="9144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7543800" y="1005840"/>
            <a:ext cx="1115568" cy="25603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7543800" y="1005840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617720" y="914400"/>
            <a:ext cx="64008" cy="126187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4782312" y="98755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⚡  QoS Policy Optimization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782312" y="137160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top-10 IP pair analysis to prioritize bandwidth allocation. Throttle non-critical high-byte flows identified via MySQL ORDER BY total_bytes queries.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274320" y="22860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3200400" y="2377440"/>
            <a:ext cx="1115568" cy="25603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3200400" y="2377440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274320" y="2286000"/>
            <a:ext cx="64008" cy="126187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438912" y="235915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📊  Real-Time Power BI Refresh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38912" y="274320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Configure scheduled refresh of Power BI dashboard against live MySQL database. Enables real-time KPI tracking for NOC teams and management reporting.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617720" y="22860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7543800" y="2377440"/>
            <a:ext cx="1115568" cy="25603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7543800" y="2377440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4617720" y="2286000"/>
            <a:ext cx="64008" cy="126187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4782312" y="235915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🔄  Cross-Table Analytics (Joins)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4782312" y="274320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Leverage anbudb's dual-table schema to JOIN network_packet_logs with query_logs_dataset for correlating application-layer queries with network-layer traffic.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274320" y="36576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3200400" y="3749040"/>
            <a:ext cx="1115568" cy="256032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3200400" y="3749040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274320" y="3657600"/>
            <a:ext cx="64008" cy="1261872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438912" y="373075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📈  Predictive Traffic Modeling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438912" y="411480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Apply time-series forecasting on duration_seconds and bytes_per_second columns to predict peak load periods and capacity plan proactively.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4617720" y="3657600"/>
            <a:ext cx="41605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7543800" y="3749040"/>
            <a:ext cx="1115568" cy="256032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7543800" y="3749040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4617720" y="3657600"/>
            <a:ext cx="64008" cy="1261872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4782312" y="373075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🗄  Scale to Production Database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782312" y="411480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Migrate from 1K-row test dataset to production ingestion pipeline. Add indexing on src_ip, dst_ip, and timestamp for sub-second query performance at scale.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"/>
          <p:cNvSpPr/>
          <p:nvPr/>
        </p:nvSpPr>
        <p:spPr>
          <a:xfrm>
            <a:off x="7498080" y="3474720"/>
            <a:ext cx="2743200" cy="2743200"/>
          </a:xfrm>
          <a:prstGeom prst="ellipse">
            <a:avLst/>
          </a:prstGeom>
          <a:solidFill>
            <a:srgbClr val="065A82">
              <a:alpha val="25098"/>
            </a:srgbClr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Packet Log Analytics &amp; Visualization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1371600" y="1572768"/>
            <a:ext cx="640080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914400" y="1691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This project demonstrates a complete, production-ready network analytics pipeline — from synthetic data generation through relational database storage to interactive business intelligence dashboards.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1097280" y="2542032"/>
            <a:ext cx="2103120" cy="1645920"/>
          </a:xfrm>
          <a:prstGeom prst="rect">
            <a:avLst/>
          </a:prstGeom>
          <a:solidFill>
            <a:srgbClr val="10B981">
              <a:alpha val="85098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1097280" y="263347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1097280" y="2971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Clean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1097280" y="345643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0 nulls · 1,000 rows · 10 columns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3520440" y="2542032"/>
            <a:ext cx="2103120" cy="1645920"/>
          </a:xfrm>
          <a:prstGeom prst="rect">
            <a:avLst/>
          </a:prstGeom>
          <a:solidFill>
            <a:srgbClr val="0891B2">
              <a:alpha val="85098"/>
            </a:srgbClr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3520440" y="263347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 Depth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3520440" y="2971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3-Layer Stack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3520440" y="345643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Python · MySQL · Power BI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5943600" y="2542032"/>
            <a:ext cx="2103120" cy="1645920"/>
          </a:xfrm>
          <a:prstGeom prst="rect">
            <a:avLst/>
          </a:prstGeom>
          <a:solidFill>
            <a:srgbClr val="065A82">
              <a:alpha val="85098"/>
            </a:srgbClr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5943600" y="263347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5943600" y="2971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Insights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5943600" y="345643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Security · QoS · Forecasting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822960" y="4370832"/>
            <a:ext cx="1828800" cy="36576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822960" y="43708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2834640" y="4370832"/>
            <a:ext cx="1828800" cy="36576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2834640" y="43708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4846320" y="4370832"/>
            <a:ext cx="1828800" cy="3657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4846320" y="43708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8.0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6858000" y="4370832"/>
            <a:ext cx="1828800" cy="365760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6858000" y="43708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screenshots  ·  3 MySQL queries  ·  1 Power BI dashboard  ·  6 key insights  ·  6 business recommendations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1400</Words>
  <Application>Microsoft Office PowerPoint</Application>
  <PresentationFormat>On-screen Show (16:9)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Sibi Manikandan</cp:lastModifiedBy>
  <cp:revision>1</cp:revision>
  <dcterms:created xsi:type="dcterms:W3CDTF">2026-03-11T09:36:18Z</dcterms:created>
  <dcterms:modified xsi:type="dcterms:W3CDTF">2026-04-01T07:58:21Z</dcterms:modified>
</cp:coreProperties>
</file>